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1" r:id="rId6"/>
    <p:sldId id="263" r:id="rId7"/>
    <p:sldId id="262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iconchunking_colorful2">
  <dgm:title val="iconchunking_colorful2"/>
  <dgm:desc val="iconchunking_colorful2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91A50-C686-4934-BF7B-05A6134A6AB8}" type="doc">
      <dgm:prSet loTypeId="urn:microsoft.com/office/officeart/2005/8/layout/equation2" loCatId="relationship" qsTypeId="urn:microsoft.com/office/officeart/2005/8/quickstyle/3d1" qsCatId="3D" csTypeId="urn:microsoft.com/office/officeart/2005/8/colors/iconchunking_colorful2" csCatId="other" phldr="1"/>
      <dgm:spPr/>
      <dgm:t>
        <a:bodyPr/>
        <a:lstStyle/>
        <a:p>
          <a:endParaRPr lang="en-US"/>
        </a:p>
      </dgm:t>
    </dgm:pt>
    <dgm:pt modelId="{0C130901-E9D4-4EAF-B424-4F88CE27500B}">
      <dgm:prSet phldrT="[Text]" phldr="0"/>
      <dgm:spPr/>
      <dgm:t>
        <a:bodyPr/>
        <a:lstStyle/>
        <a:p>
          <a:pPr rtl="0"/>
          <a:r>
            <a:rPr lang="en-US">
              <a:latin typeface="Tw Cen MT" panose="020B0602020104020603"/>
            </a:rPr>
            <a:t>Enter No. Of subjects</a:t>
          </a:r>
          <a:endParaRPr lang="en-US"/>
        </a:p>
      </dgm:t>
    </dgm:pt>
    <dgm:pt modelId="{593FFE93-A6C0-4E50-9AE4-94E9836CCF10}" type="parTrans" cxnId="{83E578BD-C52D-4669-9624-AAD6B200213D}">
      <dgm:prSet/>
      <dgm:spPr/>
      <dgm:t>
        <a:bodyPr/>
        <a:lstStyle/>
        <a:p>
          <a:endParaRPr lang="en-US"/>
        </a:p>
      </dgm:t>
    </dgm:pt>
    <dgm:pt modelId="{1B4F2771-3339-49BF-913A-037BBE81F3E9}" type="sibTrans" cxnId="{83E578BD-C52D-4669-9624-AAD6B200213D}">
      <dgm:prSet/>
      <dgm:spPr/>
      <dgm:t>
        <a:bodyPr/>
        <a:lstStyle/>
        <a:p>
          <a:endParaRPr lang="en-US"/>
        </a:p>
      </dgm:t>
    </dgm:pt>
    <dgm:pt modelId="{1E4A4BA3-DA3A-4B8A-9915-6411C96BC20F}">
      <dgm:prSet phldrT="[Text]"/>
      <dgm:spPr/>
      <dgm:t>
        <a:bodyPr/>
        <a:lstStyle/>
        <a:p>
          <a:pPr rtl="0"/>
          <a:r>
            <a:rPr lang="en-US">
              <a:latin typeface="Tw Cen MT" panose="020B0602020104020603"/>
            </a:rPr>
            <a:t>Enter subject marks and credits</a:t>
          </a:r>
          <a:endParaRPr lang="en-US"/>
        </a:p>
      </dgm:t>
    </dgm:pt>
    <dgm:pt modelId="{1B746E25-5CCE-4074-A4CF-0F2F9BF704A8}" type="parTrans" cxnId="{CABD8092-2CAF-49E0-B89F-52170B045D76}">
      <dgm:prSet/>
      <dgm:spPr/>
      <dgm:t>
        <a:bodyPr/>
        <a:lstStyle/>
        <a:p>
          <a:endParaRPr lang="en-US"/>
        </a:p>
      </dgm:t>
    </dgm:pt>
    <dgm:pt modelId="{959D1F61-9C7C-49C0-A6E2-88726C7C8326}" type="sibTrans" cxnId="{CABD8092-2CAF-49E0-B89F-52170B045D76}">
      <dgm:prSet/>
      <dgm:spPr/>
      <dgm:t>
        <a:bodyPr/>
        <a:lstStyle/>
        <a:p>
          <a:endParaRPr lang="en-US"/>
        </a:p>
      </dgm:t>
    </dgm:pt>
    <dgm:pt modelId="{EC641CD8-84D9-453E-8293-74ABA3023BD4}">
      <dgm:prSet phldrT="[Text]" phldr="0"/>
      <dgm:spPr/>
      <dgm:t>
        <a:bodyPr/>
        <a:lstStyle/>
        <a:p>
          <a:pPr rtl="0"/>
          <a:r>
            <a:rPr lang="en-US">
              <a:latin typeface="Tw Cen MT" panose="020B0602020104020603"/>
            </a:rPr>
            <a:t>Get CGPA</a:t>
          </a:r>
        </a:p>
      </dgm:t>
    </dgm:pt>
    <dgm:pt modelId="{CA620FE8-D4F2-494D-B7F8-5521561A2A50}" type="parTrans" cxnId="{C721F682-99C1-489D-B138-3E9C2DC65C69}">
      <dgm:prSet/>
      <dgm:spPr/>
    </dgm:pt>
    <dgm:pt modelId="{6796288F-6859-4649-A708-66BAB14E97B8}" type="sibTrans" cxnId="{C721F682-99C1-489D-B138-3E9C2DC65C69}">
      <dgm:prSet/>
      <dgm:spPr/>
    </dgm:pt>
    <dgm:pt modelId="{B49368FA-77A6-4E32-A6C0-219688BA4BA8}" type="pres">
      <dgm:prSet presAssocID="{FEB91A50-C686-4934-BF7B-05A6134A6AB8}" presName="Name0" presStyleCnt="0">
        <dgm:presLayoutVars>
          <dgm:dir/>
          <dgm:resizeHandles val="exact"/>
        </dgm:presLayoutVars>
      </dgm:prSet>
      <dgm:spPr/>
    </dgm:pt>
    <dgm:pt modelId="{F338DD27-DDEE-4499-B3DC-4D88CAAE87B5}" type="pres">
      <dgm:prSet presAssocID="{FEB91A50-C686-4934-BF7B-05A6134A6AB8}" presName="vNodes" presStyleCnt="0"/>
      <dgm:spPr/>
    </dgm:pt>
    <dgm:pt modelId="{90A41EF0-5470-4B99-97D1-2B3D6204265C}" type="pres">
      <dgm:prSet presAssocID="{0C130901-E9D4-4EAF-B424-4F88CE27500B}" presName="node" presStyleLbl="node1" presStyleIdx="0" presStyleCnt="3">
        <dgm:presLayoutVars>
          <dgm:bulletEnabled val="1"/>
        </dgm:presLayoutVars>
      </dgm:prSet>
      <dgm:spPr/>
    </dgm:pt>
    <dgm:pt modelId="{1E50A8C3-52CA-4992-8A6E-0CE9101714BF}" type="pres">
      <dgm:prSet presAssocID="{1B4F2771-3339-49BF-913A-037BBE81F3E9}" presName="spacerT" presStyleCnt="0"/>
      <dgm:spPr/>
    </dgm:pt>
    <dgm:pt modelId="{1EB13463-12C2-41C9-9D8C-BB64879B2CA6}" type="pres">
      <dgm:prSet presAssocID="{1B4F2771-3339-49BF-913A-037BBE81F3E9}" presName="sibTrans" presStyleLbl="sibTrans2D1" presStyleIdx="0" presStyleCnt="2"/>
      <dgm:spPr/>
    </dgm:pt>
    <dgm:pt modelId="{EEB2167A-F8C3-4129-9E31-51BC9BCBC2BE}" type="pres">
      <dgm:prSet presAssocID="{1B4F2771-3339-49BF-913A-037BBE81F3E9}" presName="spacerB" presStyleCnt="0"/>
      <dgm:spPr/>
    </dgm:pt>
    <dgm:pt modelId="{277B430E-2DB3-44ED-800C-CF3F2D8BB969}" type="pres">
      <dgm:prSet presAssocID="{1E4A4BA3-DA3A-4B8A-9915-6411C96BC20F}" presName="node" presStyleLbl="node1" presStyleIdx="1" presStyleCnt="3">
        <dgm:presLayoutVars>
          <dgm:bulletEnabled val="1"/>
        </dgm:presLayoutVars>
      </dgm:prSet>
      <dgm:spPr/>
    </dgm:pt>
    <dgm:pt modelId="{9099C925-C7DB-4A61-B291-CB438C0A7F0D}" type="pres">
      <dgm:prSet presAssocID="{FEB91A50-C686-4934-BF7B-05A6134A6AB8}" presName="sibTransLast" presStyleLbl="sibTrans2D1" presStyleIdx="1" presStyleCnt="2"/>
      <dgm:spPr/>
    </dgm:pt>
    <dgm:pt modelId="{B23ED902-1DB9-402A-ABCF-893F98924155}" type="pres">
      <dgm:prSet presAssocID="{FEB91A50-C686-4934-BF7B-05A6134A6AB8}" presName="connectorText" presStyleLbl="sibTrans2D1" presStyleIdx="1" presStyleCnt="2"/>
      <dgm:spPr/>
    </dgm:pt>
    <dgm:pt modelId="{CE32A684-AD51-4BA5-A6FB-097E50C4D2D0}" type="pres">
      <dgm:prSet presAssocID="{FEB91A50-C686-4934-BF7B-05A6134A6AB8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B59F9914-7CE5-4E85-99D5-C6BFAFBD5845}" type="presOf" srcId="{FEB91A50-C686-4934-BF7B-05A6134A6AB8}" destId="{B49368FA-77A6-4E32-A6C0-219688BA4BA8}" srcOrd="0" destOrd="0" presId="urn:microsoft.com/office/officeart/2005/8/layout/equation2"/>
    <dgm:cxn modelId="{3BB67B35-F392-4D70-A5C7-86EAC196CECA}" type="presOf" srcId="{1E4A4BA3-DA3A-4B8A-9915-6411C96BC20F}" destId="{277B430E-2DB3-44ED-800C-CF3F2D8BB969}" srcOrd="0" destOrd="0" presId="urn:microsoft.com/office/officeart/2005/8/layout/equation2"/>
    <dgm:cxn modelId="{BF9B606D-5373-4790-ACBA-B4672B458F90}" type="presOf" srcId="{0C130901-E9D4-4EAF-B424-4F88CE27500B}" destId="{90A41EF0-5470-4B99-97D1-2B3D6204265C}" srcOrd="0" destOrd="0" presId="urn:microsoft.com/office/officeart/2005/8/layout/equation2"/>
    <dgm:cxn modelId="{C721F682-99C1-489D-B138-3E9C2DC65C69}" srcId="{FEB91A50-C686-4934-BF7B-05A6134A6AB8}" destId="{EC641CD8-84D9-453E-8293-74ABA3023BD4}" srcOrd="2" destOrd="0" parTransId="{CA620FE8-D4F2-494D-B7F8-5521561A2A50}" sibTransId="{6796288F-6859-4649-A708-66BAB14E97B8}"/>
    <dgm:cxn modelId="{CABD8092-2CAF-49E0-B89F-52170B045D76}" srcId="{FEB91A50-C686-4934-BF7B-05A6134A6AB8}" destId="{1E4A4BA3-DA3A-4B8A-9915-6411C96BC20F}" srcOrd="1" destOrd="0" parTransId="{1B746E25-5CCE-4074-A4CF-0F2F9BF704A8}" sibTransId="{959D1F61-9C7C-49C0-A6E2-88726C7C8326}"/>
    <dgm:cxn modelId="{98B529A0-91DE-4C92-819E-8ED53F811682}" type="presOf" srcId="{1B4F2771-3339-49BF-913A-037BBE81F3E9}" destId="{1EB13463-12C2-41C9-9D8C-BB64879B2CA6}" srcOrd="0" destOrd="0" presId="urn:microsoft.com/office/officeart/2005/8/layout/equation2"/>
    <dgm:cxn modelId="{83E578BD-C52D-4669-9624-AAD6B200213D}" srcId="{FEB91A50-C686-4934-BF7B-05A6134A6AB8}" destId="{0C130901-E9D4-4EAF-B424-4F88CE27500B}" srcOrd="0" destOrd="0" parTransId="{593FFE93-A6C0-4E50-9AE4-94E9836CCF10}" sibTransId="{1B4F2771-3339-49BF-913A-037BBE81F3E9}"/>
    <dgm:cxn modelId="{7BD57FD5-A568-4EA8-885C-68BCC496E210}" type="presOf" srcId="{EC641CD8-84D9-453E-8293-74ABA3023BD4}" destId="{CE32A684-AD51-4BA5-A6FB-097E50C4D2D0}" srcOrd="0" destOrd="0" presId="urn:microsoft.com/office/officeart/2005/8/layout/equation2"/>
    <dgm:cxn modelId="{EE941ED8-E2AE-44F4-8B78-01ED5EA90868}" type="presOf" srcId="{959D1F61-9C7C-49C0-A6E2-88726C7C8326}" destId="{B23ED902-1DB9-402A-ABCF-893F98924155}" srcOrd="1" destOrd="0" presId="urn:microsoft.com/office/officeart/2005/8/layout/equation2"/>
    <dgm:cxn modelId="{878D46D9-9D62-4F94-85F7-BC80957F24A4}" type="presOf" srcId="{959D1F61-9C7C-49C0-A6E2-88726C7C8326}" destId="{9099C925-C7DB-4A61-B291-CB438C0A7F0D}" srcOrd="0" destOrd="0" presId="urn:microsoft.com/office/officeart/2005/8/layout/equation2"/>
    <dgm:cxn modelId="{A5F54FD1-8FE7-4A13-95CB-15FF6ACBD5C6}" type="presParOf" srcId="{B49368FA-77A6-4E32-A6C0-219688BA4BA8}" destId="{F338DD27-DDEE-4499-B3DC-4D88CAAE87B5}" srcOrd="0" destOrd="0" presId="urn:microsoft.com/office/officeart/2005/8/layout/equation2"/>
    <dgm:cxn modelId="{7253AA44-4DB2-48DD-929A-99733EA367F9}" type="presParOf" srcId="{F338DD27-DDEE-4499-B3DC-4D88CAAE87B5}" destId="{90A41EF0-5470-4B99-97D1-2B3D6204265C}" srcOrd="0" destOrd="0" presId="urn:microsoft.com/office/officeart/2005/8/layout/equation2"/>
    <dgm:cxn modelId="{56AC065C-C099-4B52-A991-0059BC4B338F}" type="presParOf" srcId="{F338DD27-DDEE-4499-B3DC-4D88CAAE87B5}" destId="{1E50A8C3-52CA-4992-8A6E-0CE9101714BF}" srcOrd="1" destOrd="0" presId="urn:microsoft.com/office/officeart/2005/8/layout/equation2"/>
    <dgm:cxn modelId="{032E8182-3D4E-4504-ACFD-218AD1824E6B}" type="presParOf" srcId="{F338DD27-DDEE-4499-B3DC-4D88CAAE87B5}" destId="{1EB13463-12C2-41C9-9D8C-BB64879B2CA6}" srcOrd="2" destOrd="0" presId="urn:microsoft.com/office/officeart/2005/8/layout/equation2"/>
    <dgm:cxn modelId="{ACA8A8F5-24FD-44CA-B3EA-19BF580A97E9}" type="presParOf" srcId="{F338DD27-DDEE-4499-B3DC-4D88CAAE87B5}" destId="{EEB2167A-F8C3-4129-9E31-51BC9BCBC2BE}" srcOrd="3" destOrd="0" presId="urn:microsoft.com/office/officeart/2005/8/layout/equation2"/>
    <dgm:cxn modelId="{E1FCDCB6-E703-46D5-B063-F862B345FB67}" type="presParOf" srcId="{F338DD27-DDEE-4499-B3DC-4D88CAAE87B5}" destId="{277B430E-2DB3-44ED-800C-CF3F2D8BB969}" srcOrd="4" destOrd="0" presId="urn:microsoft.com/office/officeart/2005/8/layout/equation2"/>
    <dgm:cxn modelId="{BB8F2A45-C976-4F9A-A9B6-A8B7D8C6D215}" type="presParOf" srcId="{B49368FA-77A6-4E32-A6C0-219688BA4BA8}" destId="{9099C925-C7DB-4A61-B291-CB438C0A7F0D}" srcOrd="1" destOrd="0" presId="urn:microsoft.com/office/officeart/2005/8/layout/equation2"/>
    <dgm:cxn modelId="{994E3ECD-0AC5-4450-B9BF-B42578A02C4B}" type="presParOf" srcId="{9099C925-C7DB-4A61-B291-CB438C0A7F0D}" destId="{B23ED902-1DB9-402A-ABCF-893F98924155}" srcOrd="0" destOrd="0" presId="urn:microsoft.com/office/officeart/2005/8/layout/equation2"/>
    <dgm:cxn modelId="{43E6DCEB-BBD0-40C3-A7F6-43BB8C1136A4}" type="presParOf" srcId="{B49368FA-77A6-4E32-A6C0-219688BA4BA8}" destId="{CE32A684-AD51-4BA5-A6FB-097E50C4D2D0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41EF0-5470-4B99-97D1-2B3D6204265C}">
      <dsp:nvSpPr>
        <dsp:cNvPr id="0" name=""/>
        <dsp:cNvSpPr/>
      </dsp:nvSpPr>
      <dsp:spPr>
        <a:xfrm>
          <a:off x="1373278" y="1868"/>
          <a:ext cx="1233599" cy="123359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w Cen MT" panose="020B0602020104020603"/>
            </a:rPr>
            <a:t>Enter No. Of subjects</a:t>
          </a:r>
          <a:endParaRPr lang="en-US" sz="1500" kern="1200"/>
        </a:p>
      </dsp:txBody>
      <dsp:txXfrm>
        <a:off x="1553934" y="182524"/>
        <a:ext cx="872287" cy="872287"/>
      </dsp:txXfrm>
    </dsp:sp>
    <dsp:sp modelId="{1EB13463-12C2-41C9-9D8C-BB64879B2CA6}">
      <dsp:nvSpPr>
        <dsp:cNvPr id="0" name=""/>
        <dsp:cNvSpPr/>
      </dsp:nvSpPr>
      <dsp:spPr>
        <a:xfrm>
          <a:off x="1632334" y="1335636"/>
          <a:ext cx="715487" cy="715487"/>
        </a:xfrm>
        <a:prstGeom prst="mathPlus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727172" y="1609238"/>
        <a:ext cx="525811" cy="168283"/>
      </dsp:txXfrm>
    </dsp:sp>
    <dsp:sp modelId="{277B430E-2DB3-44ED-800C-CF3F2D8BB969}">
      <dsp:nvSpPr>
        <dsp:cNvPr id="0" name=""/>
        <dsp:cNvSpPr/>
      </dsp:nvSpPr>
      <dsp:spPr>
        <a:xfrm>
          <a:off x="1373278" y="2151292"/>
          <a:ext cx="1233599" cy="1233599"/>
        </a:xfrm>
        <a:prstGeom prst="ellipse">
          <a:avLst/>
        </a:prstGeom>
        <a:gradFill rotWithShape="0">
          <a:gsLst>
            <a:gs pos="0">
              <a:schemeClr val="accent2">
                <a:hueOff val="2394041"/>
                <a:satOff val="-7276"/>
                <a:lumOff val="-9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2394041"/>
                <a:satOff val="-7276"/>
                <a:lumOff val="-9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w Cen MT" panose="020B0602020104020603"/>
            </a:rPr>
            <a:t>Enter subject marks and credits</a:t>
          </a:r>
          <a:endParaRPr lang="en-US" sz="1500" kern="1200"/>
        </a:p>
      </dsp:txBody>
      <dsp:txXfrm>
        <a:off x="1553934" y="2331948"/>
        <a:ext cx="872287" cy="872287"/>
      </dsp:txXfrm>
    </dsp:sp>
    <dsp:sp modelId="{9099C925-C7DB-4A61-B291-CB438C0A7F0D}">
      <dsp:nvSpPr>
        <dsp:cNvPr id="0" name=""/>
        <dsp:cNvSpPr/>
      </dsp:nvSpPr>
      <dsp:spPr>
        <a:xfrm>
          <a:off x="2791917" y="1463930"/>
          <a:ext cx="392284" cy="4588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91917" y="1555710"/>
        <a:ext cx="274599" cy="275338"/>
      </dsp:txXfrm>
    </dsp:sp>
    <dsp:sp modelId="{CE32A684-AD51-4BA5-A6FB-097E50C4D2D0}">
      <dsp:nvSpPr>
        <dsp:cNvPr id="0" name=""/>
        <dsp:cNvSpPr/>
      </dsp:nvSpPr>
      <dsp:spPr>
        <a:xfrm>
          <a:off x="3347037" y="459780"/>
          <a:ext cx="2467198" cy="2467198"/>
        </a:xfrm>
        <a:prstGeom prst="ellipse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>
              <a:latin typeface="Tw Cen MT" panose="020B0602020104020603"/>
            </a:rPr>
            <a:t>Get CGPA</a:t>
          </a:r>
        </a:p>
      </dsp:txBody>
      <dsp:txXfrm>
        <a:off x="3708350" y="821093"/>
        <a:ext cx="1744572" cy="1744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94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04DC-30EA-D7E8-0A1F-93AB5998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D79E5-0F9A-E435-EDBB-AD74E0133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4A917-F3E6-7407-F981-B44B7C5ED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DE58-4989-9EA7-721F-EF16DF84A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88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1357-9074-3B9F-A900-307F7CE8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6A012-DC79-9615-227F-269B686DC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CC8B3-C561-99E4-4B2E-68FED7EB7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35654-B2CD-0A7A-F7C9-1C175C552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E954-9D24-0959-F539-3DD18B13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13792-FB54-B4E6-40A0-4A72ACC85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76CBF-BA61-69A7-8902-0096C1EE7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F649E-22CD-4105-A9DA-C0C8DD655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4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182E-66B4-FBD5-E3A3-AF106DFC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EB154-E203-7FCD-F1F2-F866FE387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44A45-DB84-7DD3-8791-66057D898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E390E-123E-D9FD-A171-D191A7C8C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1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878B-0E37-CEA3-5B24-4A72952C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8A2D-A446-4F81-E7B7-66504A0E3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B2251-1B91-03DA-09C4-650F465D6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A53F3-C9A5-AE82-F2CB-A984B049C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82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ulate-cgpa-points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p14="http://schemas.microsoft.com/office/powerpoint/2010/main" xmlns:a14="http://schemas.microsoft.com/office/drawing/2010/main" xmlns:a16="http://schemas.microsoft.com/office/drawing/2014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0405" y="2328334"/>
            <a:ext cx="6456405" cy="1285519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err="1">
                <a:solidFill>
                  <a:schemeClr val="bg2"/>
                </a:solidFill>
              </a:rPr>
              <a:t>CGpa</a:t>
            </a:r>
            <a:r>
              <a:rPr lang="en-US" sz="4400" b="1">
                <a:solidFill>
                  <a:schemeClr val="bg2"/>
                </a:solidFill>
              </a:rPr>
              <a:t> calculator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73C089F-9B77-FA33-E276-DA6DEF78E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7011" y="3442856"/>
            <a:ext cx="3547262" cy="48341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i="1">
                <a:solidFill>
                  <a:schemeClr val="bg2"/>
                </a:solidFill>
              </a:rPr>
              <a:t>Web to calculate your </a:t>
            </a:r>
            <a:r>
              <a:rPr lang="en-US" i="1" err="1">
                <a:solidFill>
                  <a:schemeClr val="bg2"/>
                </a:solidFill>
              </a:rPr>
              <a:t>Cgpa</a:t>
            </a:r>
            <a:endParaRPr lang="en-I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7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8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134327-4864-46BB-A57A-7055C9E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28" y="813904"/>
            <a:ext cx="8045174" cy="4953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Library Used in the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C2C88-CBD5-A9BF-BFE7-E8D046DCB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068" y="1730376"/>
            <a:ext cx="9336343" cy="4936096"/>
          </a:xfrm>
        </p:spPr>
        <p:txBody>
          <a:bodyPr anchor="t">
            <a:normAutofit lnSpcReduction="10000"/>
          </a:bodyPr>
          <a:lstStyle/>
          <a:p>
            <a:r>
              <a:rPr lang="en-IN" dirty="0" err="1"/>
              <a:t>Streamlit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 as st</a:t>
            </a:r>
          </a:p>
          <a:p>
            <a:pPr marL="0" indent="0">
              <a:buNone/>
            </a:pPr>
            <a:r>
              <a:rPr lang="en-IN" dirty="0"/>
              <a:t>It helps to create</a:t>
            </a:r>
          </a:p>
          <a:p>
            <a:pPr marL="342900" indent="-342900"/>
            <a:r>
              <a:rPr lang="en-IN" dirty="0"/>
              <a:t>Title(</a:t>
            </a:r>
            <a:r>
              <a:rPr lang="en-IN" dirty="0" err="1"/>
              <a:t>st.title</a:t>
            </a:r>
            <a:r>
              <a:rPr lang="en-IN" dirty="0"/>
              <a:t>)</a:t>
            </a:r>
          </a:p>
          <a:p>
            <a:pPr marL="342900" indent="-342900"/>
            <a:r>
              <a:rPr lang="en-IN" dirty="0"/>
              <a:t>Input(</a:t>
            </a:r>
            <a:r>
              <a:rPr lang="en-IN" dirty="0" err="1"/>
              <a:t>st.number_input</a:t>
            </a:r>
            <a:r>
              <a:rPr lang="en-IN" dirty="0"/>
              <a:t>)</a:t>
            </a:r>
          </a:p>
          <a:p>
            <a:pPr marL="342900" indent="-342900"/>
            <a:r>
              <a:rPr lang="en-IN" dirty="0"/>
              <a:t>Buttons(</a:t>
            </a:r>
            <a:r>
              <a:rPr lang="en-IN" dirty="0" err="1"/>
              <a:t>st.button</a:t>
            </a:r>
            <a:r>
              <a:rPr lang="en-IN" dirty="0"/>
              <a:t>)</a:t>
            </a:r>
          </a:p>
          <a:p>
            <a:pPr marL="342900" indent="-342900"/>
            <a:r>
              <a:rPr lang="en-IN" dirty="0"/>
              <a:t>Subheadings(</a:t>
            </a:r>
            <a:r>
              <a:rPr lang="en-IN" dirty="0" err="1"/>
              <a:t>st.subheader</a:t>
            </a:r>
            <a:r>
              <a:rPr lang="en-IN" dirty="0"/>
              <a:t>)</a:t>
            </a:r>
          </a:p>
          <a:p>
            <a:pPr marL="342900" indent="-342900"/>
            <a:r>
              <a:rPr lang="en-IN" dirty="0"/>
              <a:t>Success(</a:t>
            </a:r>
            <a:r>
              <a:rPr lang="en-IN" dirty="0" err="1"/>
              <a:t>st.success</a:t>
            </a:r>
            <a:r>
              <a:rPr lang="en-IN" dirty="0"/>
              <a:t>)</a:t>
            </a:r>
          </a:p>
          <a:p>
            <a:pPr marL="342900" indent="-342900"/>
            <a:r>
              <a:rPr lang="en-IN" dirty="0"/>
              <a:t>Error(</a:t>
            </a:r>
            <a:r>
              <a:rPr lang="en-IN" dirty="0" err="1"/>
              <a:t>st.error</a:t>
            </a:r>
            <a:r>
              <a:rPr lang="en-IN" dirty="0"/>
              <a:t>)</a:t>
            </a:r>
          </a:p>
          <a:p>
            <a:pPr marL="342900" indent="-342900"/>
            <a:endParaRPr lang="en-IN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175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9566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23040-C878-B198-0814-5FECE4BC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836D-7FA7-69AB-B99F-33209029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05463"/>
            <a:ext cx="9833917" cy="891625"/>
          </a:xfrm>
        </p:spPr>
        <p:txBody>
          <a:bodyPr>
            <a:normAutofit/>
          </a:bodyPr>
          <a:lstStyle/>
          <a:p>
            <a:r>
              <a:rPr lang="en-US"/>
              <a:t>OVERVIEW:</a:t>
            </a:r>
          </a:p>
        </p:txBody>
      </p:sp>
      <p:graphicFrame>
        <p:nvGraphicFramePr>
          <p:cNvPr id="6" name="Content Placeholder 5" descr="Smart Art">
            <a:extLst>
              <a:ext uri="{FF2B5EF4-FFF2-40B4-BE49-F238E27FC236}">
                <a16:creationId xmlns:a16="http://schemas.microsoft.com/office/drawing/2014/main" id="{5F7D01A1-1E20-4D0E-9CE4-35159AC7EB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440" y="2269260"/>
          <a:ext cx="7187514" cy="3386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5231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9AD9E-6A80-AF32-AB01-2EF0B9E5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831B41EB-7A22-781A-CE6F-47CE5D7E5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2">
            <a:extLst>
              <a:ext uri="{FF2B5EF4-FFF2-40B4-BE49-F238E27FC236}">
                <a16:creationId xmlns:a16="http://schemas.microsoft.com/office/drawing/2014/main" id="{C4D60975-9C95-A3F0-4F70-B7883C63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BF68B32-36CE-4B08-5D36-C7D56741B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A2FB2E4B-2731-75AC-D1B5-ED180378B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7" name="Freeform 6">
              <a:extLst>
                <a:ext uri="{FF2B5EF4-FFF2-40B4-BE49-F238E27FC236}">
                  <a16:creationId xmlns:a16="http://schemas.microsoft.com/office/drawing/2014/main" id="{D8338BD7-BA33-DCE0-DEF6-EC9A3DD2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7">
              <a:extLst>
                <a:ext uri="{FF2B5EF4-FFF2-40B4-BE49-F238E27FC236}">
                  <a16:creationId xmlns:a16="http://schemas.microsoft.com/office/drawing/2014/main" id="{A2427BA2-F480-1AE8-1DAE-C96B2E527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EDE63CD7-4775-3C3B-1784-EEE27A2C0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9">
              <a:extLst>
                <a:ext uri="{FF2B5EF4-FFF2-40B4-BE49-F238E27FC236}">
                  <a16:creationId xmlns:a16="http://schemas.microsoft.com/office/drawing/2014/main" id="{276895DC-25EC-8225-52A2-EB236BC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10">
              <a:extLst>
                <a:ext uri="{FF2B5EF4-FFF2-40B4-BE49-F238E27FC236}">
                  <a16:creationId xmlns:a16="http://schemas.microsoft.com/office/drawing/2014/main" id="{1EAD1FB0-D9F8-F955-6383-2756B97D5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11">
              <a:extLst>
                <a:ext uri="{FF2B5EF4-FFF2-40B4-BE49-F238E27FC236}">
                  <a16:creationId xmlns:a16="http://schemas.microsoft.com/office/drawing/2014/main" id="{732B84BC-DC81-E53F-D7A2-0A5A5E8B2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12">
              <a:extLst>
                <a:ext uri="{FF2B5EF4-FFF2-40B4-BE49-F238E27FC236}">
                  <a16:creationId xmlns:a16="http://schemas.microsoft.com/office/drawing/2014/main" id="{61AC2A7E-9BFF-686F-C1F3-6A6E6F806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E1D155D0-693D-CB05-5019-635ED6BC8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5D832DCA-1BB2-C776-9462-DB1E0E980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15">
              <a:extLst>
                <a:ext uri="{FF2B5EF4-FFF2-40B4-BE49-F238E27FC236}">
                  <a16:creationId xmlns:a16="http://schemas.microsoft.com/office/drawing/2014/main" id="{884A32E6-70BE-AB44-3361-2E7767992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Line 16">
              <a:extLst>
                <a:ext uri="{FF2B5EF4-FFF2-40B4-BE49-F238E27FC236}">
                  <a16:creationId xmlns:a16="http://schemas.microsoft.com/office/drawing/2014/main" id="{BB14D30E-97E4-73F2-C66F-D833B9AB1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8" name="Freeform 17">
              <a:extLst>
                <a:ext uri="{FF2B5EF4-FFF2-40B4-BE49-F238E27FC236}">
                  <a16:creationId xmlns:a16="http://schemas.microsoft.com/office/drawing/2014/main" id="{557E4F84-D76D-7326-56A7-C8E7B83C2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18">
              <a:extLst>
                <a:ext uri="{FF2B5EF4-FFF2-40B4-BE49-F238E27FC236}">
                  <a16:creationId xmlns:a16="http://schemas.microsoft.com/office/drawing/2014/main" id="{990921F8-BBE7-4F24-38C7-BC307329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19">
              <a:extLst>
                <a:ext uri="{FF2B5EF4-FFF2-40B4-BE49-F238E27FC236}">
                  <a16:creationId xmlns:a16="http://schemas.microsoft.com/office/drawing/2014/main" id="{D1A0F47D-4513-06B6-0C17-30B8697F9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20">
              <a:extLst>
                <a:ext uri="{FF2B5EF4-FFF2-40B4-BE49-F238E27FC236}">
                  <a16:creationId xmlns:a16="http://schemas.microsoft.com/office/drawing/2014/main" id="{0D888628-69E8-AA8C-048D-0CF332276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Rectangle 21">
              <a:extLst>
                <a:ext uri="{FF2B5EF4-FFF2-40B4-BE49-F238E27FC236}">
                  <a16:creationId xmlns:a16="http://schemas.microsoft.com/office/drawing/2014/main" id="{E0B30C1B-7FBE-90C9-5CAD-3AB3107DB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81C03A09-3446-DC5F-96B4-55E2B847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23">
              <a:extLst>
                <a:ext uri="{FF2B5EF4-FFF2-40B4-BE49-F238E27FC236}">
                  <a16:creationId xmlns:a16="http://schemas.microsoft.com/office/drawing/2014/main" id="{810BE28C-02BB-9D55-E061-A89A3947B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073F3256-0E6F-E797-9ECA-9DEF2A741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25">
              <a:extLst>
                <a:ext uri="{FF2B5EF4-FFF2-40B4-BE49-F238E27FC236}">
                  <a16:creationId xmlns:a16="http://schemas.microsoft.com/office/drawing/2014/main" id="{66EC82E2-1ECF-1E48-CEFB-C97D325F1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26">
              <a:extLst>
                <a:ext uri="{FF2B5EF4-FFF2-40B4-BE49-F238E27FC236}">
                  <a16:creationId xmlns:a16="http://schemas.microsoft.com/office/drawing/2014/main" id="{0237EC12-8D82-E83D-2CFE-352F635C8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53946981-D894-C329-4FBD-0B4CD2982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28">
              <a:extLst>
                <a:ext uri="{FF2B5EF4-FFF2-40B4-BE49-F238E27FC236}">
                  <a16:creationId xmlns:a16="http://schemas.microsoft.com/office/drawing/2014/main" id="{92B7EE36-8DF4-2A0D-15F2-E3D0704E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29">
              <a:extLst>
                <a:ext uri="{FF2B5EF4-FFF2-40B4-BE49-F238E27FC236}">
                  <a16:creationId xmlns:a16="http://schemas.microsoft.com/office/drawing/2014/main" id="{7EEC47D4-1DCB-D61A-FCCC-C52AFF2B5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30">
              <a:extLst>
                <a:ext uri="{FF2B5EF4-FFF2-40B4-BE49-F238E27FC236}">
                  <a16:creationId xmlns:a16="http://schemas.microsoft.com/office/drawing/2014/main" id="{12800E9A-0AD5-A531-DF93-53317B6CD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31">
              <a:extLst>
                <a:ext uri="{FF2B5EF4-FFF2-40B4-BE49-F238E27FC236}">
                  <a16:creationId xmlns:a16="http://schemas.microsoft.com/office/drawing/2014/main" id="{0155ED90-4205-0A50-DBC9-029D8D1F0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4809C-D3F2-466F-5AF7-C071AC8F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458" y="387701"/>
            <a:ext cx="9130055" cy="9215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>
                <a:latin typeface="Angsana New"/>
                <a:cs typeface="Angsana New"/>
              </a:rPr>
              <a:t>Marks_to_grade is the function that converts marks to grade</a:t>
            </a:r>
          </a:p>
        </p:txBody>
      </p:sp>
      <p:pic>
        <p:nvPicPr>
          <p:cNvPr id="3" name="Content Placeholder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454DD66-64E5-FDC4-04F1-58D49D024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57573" y="1489475"/>
            <a:ext cx="6462147" cy="4948641"/>
          </a:xfrm>
          <a:prstGeom prst="rect">
            <a:avLst/>
          </a:prstGeom>
        </p:spPr>
      </p:pic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AF8A823-A844-6F37-0896-F6E5B7983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175" name="Freeform 32">
              <a:extLst>
                <a:ext uri="{FF2B5EF4-FFF2-40B4-BE49-F238E27FC236}">
                  <a16:creationId xmlns:a16="http://schemas.microsoft.com/office/drawing/2014/main" id="{E86764AB-9684-AD4A-C08A-0A04EDCC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33">
              <a:extLst>
                <a:ext uri="{FF2B5EF4-FFF2-40B4-BE49-F238E27FC236}">
                  <a16:creationId xmlns:a16="http://schemas.microsoft.com/office/drawing/2014/main" id="{B005C58B-BDAD-6566-7337-98481F58A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34">
              <a:extLst>
                <a:ext uri="{FF2B5EF4-FFF2-40B4-BE49-F238E27FC236}">
                  <a16:creationId xmlns:a16="http://schemas.microsoft.com/office/drawing/2014/main" id="{D16582F0-C741-542D-FF97-9C16A6DC4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35">
              <a:extLst>
                <a:ext uri="{FF2B5EF4-FFF2-40B4-BE49-F238E27FC236}">
                  <a16:creationId xmlns:a16="http://schemas.microsoft.com/office/drawing/2014/main" id="{01A325E7-A21D-5D79-6695-B843E9B5D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36">
              <a:extLst>
                <a:ext uri="{FF2B5EF4-FFF2-40B4-BE49-F238E27FC236}">
                  <a16:creationId xmlns:a16="http://schemas.microsoft.com/office/drawing/2014/main" id="{6D500AEA-3A32-4F9C-4595-B1FD95B6E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BA8218F9-4286-0414-93D7-52034ADB6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660CE382-B157-3517-4AF7-9EFB7619D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D083EF50-1877-6770-4F4A-A10E11E94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40">
              <a:extLst>
                <a:ext uri="{FF2B5EF4-FFF2-40B4-BE49-F238E27FC236}">
                  <a16:creationId xmlns:a16="http://schemas.microsoft.com/office/drawing/2014/main" id="{3AF71972-C8D0-6C36-1103-0B9498C1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Rectangle 41">
              <a:extLst>
                <a:ext uri="{FF2B5EF4-FFF2-40B4-BE49-F238E27FC236}">
                  <a16:creationId xmlns:a16="http://schemas.microsoft.com/office/drawing/2014/main" id="{F87EF956-1CC3-8902-8D1A-C88F9BCED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08641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E06BC-CE9A-2BC9-9C9C-ED0DC4C1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D9DDB56A-0D25-A86C-B03D-2F4CABEFA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2">
            <a:extLst>
              <a:ext uri="{FF2B5EF4-FFF2-40B4-BE49-F238E27FC236}">
                <a16:creationId xmlns:a16="http://schemas.microsoft.com/office/drawing/2014/main" id="{2CC78045-FC67-011E-36CA-2E3191BD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6F17F24-B719-D243-5CD5-6EB45CB83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FE84C1C0-9BA2-268E-EA0F-619B1428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7" name="Freeform 6">
              <a:extLst>
                <a:ext uri="{FF2B5EF4-FFF2-40B4-BE49-F238E27FC236}">
                  <a16:creationId xmlns:a16="http://schemas.microsoft.com/office/drawing/2014/main" id="{6A8A4AC4-96B1-731E-A335-6D2CB5077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7">
              <a:extLst>
                <a:ext uri="{FF2B5EF4-FFF2-40B4-BE49-F238E27FC236}">
                  <a16:creationId xmlns:a16="http://schemas.microsoft.com/office/drawing/2014/main" id="{5E19B06B-3C0A-C57B-6D56-821908163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9F161D33-2A98-BE15-AF76-A2BEB7F5D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9">
              <a:extLst>
                <a:ext uri="{FF2B5EF4-FFF2-40B4-BE49-F238E27FC236}">
                  <a16:creationId xmlns:a16="http://schemas.microsoft.com/office/drawing/2014/main" id="{24196D8C-A6D0-6A69-FF7F-51D8C974E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10">
              <a:extLst>
                <a:ext uri="{FF2B5EF4-FFF2-40B4-BE49-F238E27FC236}">
                  <a16:creationId xmlns:a16="http://schemas.microsoft.com/office/drawing/2014/main" id="{12CD9001-0C39-4B28-C961-0F7B076FB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11">
              <a:extLst>
                <a:ext uri="{FF2B5EF4-FFF2-40B4-BE49-F238E27FC236}">
                  <a16:creationId xmlns:a16="http://schemas.microsoft.com/office/drawing/2014/main" id="{5E56DB65-9349-AA42-4EAB-4B9FDD966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12">
              <a:extLst>
                <a:ext uri="{FF2B5EF4-FFF2-40B4-BE49-F238E27FC236}">
                  <a16:creationId xmlns:a16="http://schemas.microsoft.com/office/drawing/2014/main" id="{A2266852-11A0-3F20-AA5F-318447305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16EC3BE3-9CA0-AC9A-01A9-7343108E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DC98036D-3B84-945E-D8AD-097642F29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15">
              <a:extLst>
                <a:ext uri="{FF2B5EF4-FFF2-40B4-BE49-F238E27FC236}">
                  <a16:creationId xmlns:a16="http://schemas.microsoft.com/office/drawing/2014/main" id="{56EDE7C1-04EC-4930-AEA9-AAE70B20A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Line 16">
              <a:extLst>
                <a:ext uri="{FF2B5EF4-FFF2-40B4-BE49-F238E27FC236}">
                  <a16:creationId xmlns:a16="http://schemas.microsoft.com/office/drawing/2014/main" id="{185FD7DB-61FC-405E-9970-D5ADCCD89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8" name="Freeform 17">
              <a:extLst>
                <a:ext uri="{FF2B5EF4-FFF2-40B4-BE49-F238E27FC236}">
                  <a16:creationId xmlns:a16="http://schemas.microsoft.com/office/drawing/2014/main" id="{1D8F0D1A-B8FC-FA83-103E-49994BC0A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18">
              <a:extLst>
                <a:ext uri="{FF2B5EF4-FFF2-40B4-BE49-F238E27FC236}">
                  <a16:creationId xmlns:a16="http://schemas.microsoft.com/office/drawing/2014/main" id="{5224A0C0-93BD-BC38-FA96-A4555F1F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19">
              <a:extLst>
                <a:ext uri="{FF2B5EF4-FFF2-40B4-BE49-F238E27FC236}">
                  <a16:creationId xmlns:a16="http://schemas.microsoft.com/office/drawing/2014/main" id="{68AFA2E4-2760-0FFE-333B-E4AE8E814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20">
              <a:extLst>
                <a:ext uri="{FF2B5EF4-FFF2-40B4-BE49-F238E27FC236}">
                  <a16:creationId xmlns:a16="http://schemas.microsoft.com/office/drawing/2014/main" id="{DA1942CA-06FC-C660-31BE-8CE1B2AC9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Rectangle 21">
              <a:extLst>
                <a:ext uri="{FF2B5EF4-FFF2-40B4-BE49-F238E27FC236}">
                  <a16:creationId xmlns:a16="http://schemas.microsoft.com/office/drawing/2014/main" id="{10D3F639-A0DD-D3C8-41DB-F46B0E2A7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2BB8EC66-BB89-DE6A-D7EA-89D01C2B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23">
              <a:extLst>
                <a:ext uri="{FF2B5EF4-FFF2-40B4-BE49-F238E27FC236}">
                  <a16:creationId xmlns:a16="http://schemas.microsoft.com/office/drawing/2014/main" id="{6BCEFA2F-00F0-D9D9-957D-A59D9848F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12C52170-A26F-49D5-8AB0-94D93794E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25">
              <a:extLst>
                <a:ext uri="{FF2B5EF4-FFF2-40B4-BE49-F238E27FC236}">
                  <a16:creationId xmlns:a16="http://schemas.microsoft.com/office/drawing/2014/main" id="{D6B9DB50-DE1D-F10A-30E4-ED5AF6862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26">
              <a:extLst>
                <a:ext uri="{FF2B5EF4-FFF2-40B4-BE49-F238E27FC236}">
                  <a16:creationId xmlns:a16="http://schemas.microsoft.com/office/drawing/2014/main" id="{2D1F6E27-04DE-9751-2F3D-8292E12E6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A0AA18A0-A2A3-884C-EA60-746636F1D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28">
              <a:extLst>
                <a:ext uri="{FF2B5EF4-FFF2-40B4-BE49-F238E27FC236}">
                  <a16:creationId xmlns:a16="http://schemas.microsoft.com/office/drawing/2014/main" id="{1D3F60AB-955B-4005-B5E9-601CE51C8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29">
              <a:extLst>
                <a:ext uri="{FF2B5EF4-FFF2-40B4-BE49-F238E27FC236}">
                  <a16:creationId xmlns:a16="http://schemas.microsoft.com/office/drawing/2014/main" id="{0327BCD3-4A48-6332-7257-810765665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30">
              <a:extLst>
                <a:ext uri="{FF2B5EF4-FFF2-40B4-BE49-F238E27FC236}">
                  <a16:creationId xmlns:a16="http://schemas.microsoft.com/office/drawing/2014/main" id="{B93252D2-C4B1-1E80-9A0C-0E9F16E0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31">
              <a:extLst>
                <a:ext uri="{FF2B5EF4-FFF2-40B4-BE49-F238E27FC236}">
                  <a16:creationId xmlns:a16="http://schemas.microsoft.com/office/drawing/2014/main" id="{7D91A7AD-E524-57C5-9334-D20C60656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29DAED-F34E-173E-9F91-180F1EA4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458" y="387701"/>
            <a:ext cx="9130055" cy="9215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>
                <a:latin typeface="Angsana New"/>
                <a:cs typeface="Angsana New"/>
              </a:rPr>
              <a:t>Title, </a:t>
            </a:r>
            <a:r>
              <a:rPr lang="en-US" sz="2800" err="1">
                <a:latin typeface="Angsana New"/>
                <a:cs typeface="Angsana New"/>
              </a:rPr>
              <a:t>Subheader</a:t>
            </a:r>
            <a:r>
              <a:rPr lang="en-US" sz="2800">
                <a:latin typeface="Angsana New"/>
                <a:cs typeface="Angsana New"/>
              </a:rPr>
              <a:t>, button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A722DD-AA23-53D6-F82E-2EF0B6250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175" name="Freeform 32">
              <a:extLst>
                <a:ext uri="{FF2B5EF4-FFF2-40B4-BE49-F238E27FC236}">
                  <a16:creationId xmlns:a16="http://schemas.microsoft.com/office/drawing/2014/main" id="{04FA40AD-D3F4-06CC-7342-53D7E7AFC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33">
              <a:extLst>
                <a:ext uri="{FF2B5EF4-FFF2-40B4-BE49-F238E27FC236}">
                  <a16:creationId xmlns:a16="http://schemas.microsoft.com/office/drawing/2014/main" id="{9F67961D-EA6C-BF5F-FDEF-BD54414C5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34">
              <a:extLst>
                <a:ext uri="{FF2B5EF4-FFF2-40B4-BE49-F238E27FC236}">
                  <a16:creationId xmlns:a16="http://schemas.microsoft.com/office/drawing/2014/main" id="{8948A1B6-55C0-46BB-5319-83C049644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35">
              <a:extLst>
                <a:ext uri="{FF2B5EF4-FFF2-40B4-BE49-F238E27FC236}">
                  <a16:creationId xmlns:a16="http://schemas.microsoft.com/office/drawing/2014/main" id="{AD3D4EC4-506B-8B5F-7CF0-6B085F89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36">
              <a:extLst>
                <a:ext uri="{FF2B5EF4-FFF2-40B4-BE49-F238E27FC236}">
                  <a16:creationId xmlns:a16="http://schemas.microsoft.com/office/drawing/2014/main" id="{A9382B03-B747-7B92-79E5-E011F149B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DBDBF4EE-2472-6E57-9997-0CEC08CCE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B7F17955-D82F-59B1-850B-29328999C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B59F7876-0268-F73D-96E7-1CA70388F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40">
              <a:extLst>
                <a:ext uri="{FF2B5EF4-FFF2-40B4-BE49-F238E27FC236}">
                  <a16:creationId xmlns:a16="http://schemas.microsoft.com/office/drawing/2014/main" id="{349B74C5-B558-DA14-CE3A-093E4EDF2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Rectangle 41">
              <a:extLst>
                <a:ext uri="{FF2B5EF4-FFF2-40B4-BE49-F238E27FC236}">
                  <a16:creationId xmlns:a16="http://schemas.microsoft.com/office/drawing/2014/main" id="{DA4490C0-E88A-81CB-5EFD-37D02E135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AFD5065-9E35-8D37-91FF-DB32853ED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170" b="9417"/>
          <a:stretch>
            <a:fillRect/>
          </a:stretch>
        </p:blipFill>
        <p:spPr>
          <a:xfrm>
            <a:off x="2306678" y="1306674"/>
            <a:ext cx="7588397" cy="52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3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2178-3430-1A93-ABBC-E598D0D7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3" y="1066798"/>
            <a:ext cx="9425088" cy="1030289"/>
          </a:xfrm>
        </p:spPr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Logic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used in the program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988C-56C4-102B-0092-7545ACEDA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Enter marks and credits for each subject</a:t>
            </a:r>
          </a:p>
          <a:p>
            <a:r>
              <a:rPr lang="en-US" dirty="0"/>
              <a:t>Convert marks into grade points</a:t>
            </a:r>
          </a:p>
          <a:p>
            <a:r>
              <a:rPr lang="en-US" dirty="0"/>
              <a:t>Multiply grade points with credits</a:t>
            </a:r>
          </a:p>
          <a:p>
            <a:r>
              <a:rPr lang="en-US" dirty="0"/>
              <a:t>Add all credit points and credits</a:t>
            </a:r>
          </a:p>
          <a:p>
            <a:r>
              <a:rPr lang="en-US" dirty="0"/>
              <a:t>Calculate CGPA</a:t>
            </a:r>
          </a:p>
          <a:p>
            <a:r>
              <a:rPr lang="en-US" dirty="0"/>
              <a:t>CGPA = Total Credit Points ÷ Total Credits</a:t>
            </a:r>
          </a:p>
          <a:p>
            <a:r>
              <a:rPr lang="en-US" dirty="0"/>
              <a:t>Display the CGPA 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03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4D0EF-DB8B-9A43-D63D-28C4740D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BBF60B48-D451-5059-529E-C158A9F58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2">
            <a:extLst>
              <a:ext uri="{FF2B5EF4-FFF2-40B4-BE49-F238E27FC236}">
                <a16:creationId xmlns:a16="http://schemas.microsoft.com/office/drawing/2014/main" id="{9B1223CB-5282-1EED-DAF1-108BBC323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A032C99-B067-484A-7FC8-F2F62040A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46" name="Rectangle 5">
              <a:extLst>
                <a:ext uri="{FF2B5EF4-FFF2-40B4-BE49-F238E27FC236}">
                  <a16:creationId xmlns:a16="http://schemas.microsoft.com/office/drawing/2014/main" id="{AFE69D03-1C2F-C1AC-FDF6-CDB1783C5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7" name="Freeform 6">
              <a:extLst>
                <a:ext uri="{FF2B5EF4-FFF2-40B4-BE49-F238E27FC236}">
                  <a16:creationId xmlns:a16="http://schemas.microsoft.com/office/drawing/2014/main" id="{4099DED0-9421-D866-AC16-AAC67E536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7">
              <a:extLst>
                <a:ext uri="{FF2B5EF4-FFF2-40B4-BE49-F238E27FC236}">
                  <a16:creationId xmlns:a16="http://schemas.microsoft.com/office/drawing/2014/main" id="{FA560D08-ED9A-82AB-5043-667FE8DE3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D8827975-E595-73DA-9666-BC73300DE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9">
              <a:extLst>
                <a:ext uri="{FF2B5EF4-FFF2-40B4-BE49-F238E27FC236}">
                  <a16:creationId xmlns:a16="http://schemas.microsoft.com/office/drawing/2014/main" id="{69762D9A-F44C-DEFC-6FD3-B68F96E79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10">
              <a:extLst>
                <a:ext uri="{FF2B5EF4-FFF2-40B4-BE49-F238E27FC236}">
                  <a16:creationId xmlns:a16="http://schemas.microsoft.com/office/drawing/2014/main" id="{635CF3FE-31C7-4660-F143-A207F09F3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11">
              <a:extLst>
                <a:ext uri="{FF2B5EF4-FFF2-40B4-BE49-F238E27FC236}">
                  <a16:creationId xmlns:a16="http://schemas.microsoft.com/office/drawing/2014/main" id="{47035607-6A10-25B5-C3C8-8E6272409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12">
              <a:extLst>
                <a:ext uri="{FF2B5EF4-FFF2-40B4-BE49-F238E27FC236}">
                  <a16:creationId xmlns:a16="http://schemas.microsoft.com/office/drawing/2014/main" id="{7865C065-6BF1-B333-505F-59A1397E2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9EED5349-A099-A5E3-979F-1BFB104BF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5257CE31-F1D6-6C88-2A74-85D47D638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15">
              <a:extLst>
                <a:ext uri="{FF2B5EF4-FFF2-40B4-BE49-F238E27FC236}">
                  <a16:creationId xmlns:a16="http://schemas.microsoft.com/office/drawing/2014/main" id="{7CDECEDC-BBA0-0834-CDA8-B26F76F8F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Line 16">
              <a:extLst>
                <a:ext uri="{FF2B5EF4-FFF2-40B4-BE49-F238E27FC236}">
                  <a16:creationId xmlns:a16="http://schemas.microsoft.com/office/drawing/2014/main" id="{73C5FF78-2271-49B0-7D86-C1F0D1D82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8" name="Freeform 17">
              <a:extLst>
                <a:ext uri="{FF2B5EF4-FFF2-40B4-BE49-F238E27FC236}">
                  <a16:creationId xmlns:a16="http://schemas.microsoft.com/office/drawing/2014/main" id="{227F6F01-2515-2D01-2DB9-FFA05FA14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18">
              <a:extLst>
                <a:ext uri="{FF2B5EF4-FFF2-40B4-BE49-F238E27FC236}">
                  <a16:creationId xmlns:a16="http://schemas.microsoft.com/office/drawing/2014/main" id="{266DB717-4B71-3EC6-02F7-3F378F36E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Freeform 19">
              <a:extLst>
                <a:ext uri="{FF2B5EF4-FFF2-40B4-BE49-F238E27FC236}">
                  <a16:creationId xmlns:a16="http://schemas.microsoft.com/office/drawing/2014/main" id="{CCF6AD63-702E-333F-E2CB-D6ECABC77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1" name="Freeform 20">
              <a:extLst>
                <a:ext uri="{FF2B5EF4-FFF2-40B4-BE49-F238E27FC236}">
                  <a16:creationId xmlns:a16="http://schemas.microsoft.com/office/drawing/2014/main" id="{37553D6A-3C52-4E5D-BB0E-D6A612EF9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Rectangle 21">
              <a:extLst>
                <a:ext uri="{FF2B5EF4-FFF2-40B4-BE49-F238E27FC236}">
                  <a16:creationId xmlns:a16="http://schemas.microsoft.com/office/drawing/2014/main" id="{BEE45E29-811B-5F46-2FF4-867C4E94E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CEDB5128-7CA4-09B9-2609-C2ADFC2D7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23">
              <a:extLst>
                <a:ext uri="{FF2B5EF4-FFF2-40B4-BE49-F238E27FC236}">
                  <a16:creationId xmlns:a16="http://schemas.microsoft.com/office/drawing/2014/main" id="{703875B2-A9A6-2A2E-0BD1-1CB72EA44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F03BF042-3329-6396-0646-C79BCE558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25">
              <a:extLst>
                <a:ext uri="{FF2B5EF4-FFF2-40B4-BE49-F238E27FC236}">
                  <a16:creationId xmlns:a16="http://schemas.microsoft.com/office/drawing/2014/main" id="{23268801-4371-A0B4-8410-1F376B662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26">
              <a:extLst>
                <a:ext uri="{FF2B5EF4-FFF2-40B4-BE49-F238E27FC236}">
                  <a16:creationId xmlns:a16="http://schemas.microsoft.com/office/drawing/2014/main" id="{69C009BA-593D-609A-4E78-6D8CAD35B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F25B309B-0D98-E2DC-47FE-354A45DF6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28">
              <a:extLst>
                <a:ext uri="{FF2B5EF4-FFF2-40B4-BE49-F238E27FC236}">
                  <a16:creationId xmlns:a16="http://schemas.microsoft.com/office/drawing/2014/main" id="{68BC6D04-ADAB-FC4E-BB81-B50174B1F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29">
              <a:extLst>
                <a:ext uri="{FF2B5EF4-FFF2-40B4-BE49-F238E27FC236}">
                  <a16:creationId xmlns:a16="http://schemas.microsoft.com/office/drawing/2014/main" id="{39E0AD36-83DB-A2FD-E067-08FB4587F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30">
              <a:extLst>
                <a:ext uri="{FF2B5EF4-FFF2-40B4-BE49-F238E27FC236}">
                  <a16:creationId xmlns:a16="http://schemas.microsoft.com/office/drawing/2014/main" id="{0DDF2FF5-1011-0477-CE5A-8CFA9DF0A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Freeform 31">
              <a:extLst>
                <a:ext uri="{FF2B5EF4-FFF2-40B4-BE49-F238E27FC236}">
                  <a16:creationId xmlns:a16="http://schemas.microsoft.com/office/drawing/2014/main" id="{46EE81AC-A4D8-9985-E32C-BF93C2B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244A73-BB49-15CF-E6AF-5E3844BE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458" y="912813"/>
            <a:ext cx="9529680" cy="1016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 b="1" dirty="0">
                <a:latin typeface="Angsana New"/>
                <a:cs typeface="Angsana New"/>
              </a:rPr>
              <a:t>output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CC3B1CE-AF15-1E66-B065-9F03E6E2C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175" name="Freeform 32">
              <a:extLst>
                <a:ext uri="{FF2B5EF4-FFF2-40B4-BE49-F238E27FC236}">
                  <a16:creationId xmlns:a16="http://schemas.microsoft.com/office/drawing/2014/main" id="{8EFC129C-5972-A5B9-8266-00CCD6C3C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33">
              <a:extLst>
                <a:ext uri="{FF2B5EF4-FFF2-40B4-BE49-F238E27FC236}">
                  <a16:creationId xmlns:a16="http://schemas.microsoft.com/office/drawing/2014/main" id="{2017B8A5-719C-7670-D061-67CF1B731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34">
              <a:extLst>
                <a:ext uri="{FF2B5EF4-FFF2-40B4-BE49-F238E27FC236}">
                  <a16:creationId xmlns:a16="http://schemas.microsoft.com/office/drawing/2014/main" id="{68AE2E91-49EB-1BE6-93A2-A2F0C3BB1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35">
              <a:extLst>
                <a:ext uri="{FF2B5EF4-FFF2-40B4-BE49-F238E27FC236}">
                  <a16:creationId xmlns:a16="http://schemas.microsoft.com/office/drawing/2014/main" id="{DA547638-916E-121B-F756-A2012D284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36">
              <a:extLst>
                <a:ext uri="{FF2B5EF4-FFF2-40B4-BE49-F238E27FC236}">
                  <a16:creationId xmlns:a16="http://schemas.microsoft.com/office/drawing/2014/main" id="{A9CE89FC-291E-0457-2E15-2691B7BF8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C59BDE6A-61C1-199B-7064-E085630D5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1281A0FE-841F-1B73-3CE5-7920CD356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9B19D228-44E8-2354-A7BA-B7E327DF3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40">
              <a:extLst>
                <a:ext uri="{FF2B5EF4-FFF2-40B4-BE49-F238E27FC236}">
                  <a16:creationId xmlns:a16="http://schemas.microsoft.com/office/drawing/2014/main" id="{AA210513-034B-EB90-72C0-A47C8FD3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Rectangle 41">
              <a:extLst>
                <a:ext uri="{FF2B5EF4-FFF2-40B4-BE49-F238E27FC236}">
                  <a16:creationId xmlns:a16="http://schemas.microsoft.com/office/drawing/2014/main" id="{383B2F97-73B9-A651-4404-F6192B13C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1AF0CD-63F6-E2D0-D6E5-E7080ADBB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36749" y="4210051"/>
            <a:ext cx="8574088" cy="1976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B40A70-28EA-8EC1-B9A5-460DABA6AB20}"/>
              </a:ext>
            </a:extLst>
          </p:cNvPr>
          <p:cNvSpPr txBox="1"/>
          <p:nvPr/>
        </p:nvSpPr>
        <p:spPr>
          <a:xfrm>
            <a:off x="2436863" y="1957388"/>
            <a:ext cx="71102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Type these in terminal to get link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pip install </a:t>
            </a:r>
            <a:r>
              <a:rPr lang="en-US" dirty="0" err="1">
                <a:highlight>
                  <a:srgbClr val="C0C0C0"/>
                </a:highlight>
              </a:rPr>
              <a:t>streamlit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r>
              <a:rPr lang="en-US" dirty="0" err="1">
                <a:highlight>
                  <a:srgbClr val="C0C0C0"/>
                </a:highlight>
              </a:rPr>
              <a:t>streamlit</a:t>
            </a:r>
            <a:r>
              <a:rPr lang="en-US" dirty="0">
                <a:highlight>
                  <a:srgbClr val="C0C0C0"/>
                </a:highlight>
              </a:rPr>
              <a:t> run cgpa_app.py</a:t>
            </a:r>
            <a:endParaRPr lang="en-IN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8850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21A7B-96BF-9546-24E9-97F984BA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F4E0-EE46-7E74-C960-37BFEC7A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380" y="1205463"/>
            <a:ext cx="8359949" cy="891625"/>
          </a:xfrm>
        </p:spPr>
        <p:txBody>
          <a:bodyPr>
            <a:normAutofit/>
          </a:bodyPr>
          <a:lstStyle/>
          <a:p>
            <a:r>
              <a:rPr lang="en-US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Outcomes from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1EEC2-522F-A5E2-CBC1-64B24750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097088"/>
            <a:ext cx="9523411" cy="4274215"/>
          </a:xfrm>
        </p:spPr>
        <p:txBody>
          <a:bodyPr/>
          <a:lstStyle/>
          <a:p>
            <a:r>
              <a:rPr lang="en-US" dirty="0"/>
              <a:t>Learned how to build simple websites using </a:t>
            </a:r>
            <a:r>
              <a:rPr lang="en-US" dirty="0" err="1"/>
              <a:t>Streamlit</a:t>
            </a:r>
            <a:r>
              <a:rPr lang="en-US" dirty="0"/>
              <a:t>.</a:t>
            </a:r>
          </a:p>
          <a:p>
            <a:r>
              <a:rPr lang="en-US" dirty="0"/>
              <a:t>Learned how to design user-friendly interfaces for web applications.</a:t>
            </a:r>
          </a:p>
          <a:p>
            <a:pPr marL="0" indent="0">
              <a:buNone/>
            </a:pPr>
            <a:r>
              <a:rPr lang="en-US" dirty="0"/>
              <a:t>LINK: </a:t>
            </a:r>
            <a:r>
              <a:rPr lang="en-US" dirty="0">
                <a:hlinkClick r:id="rId3"/>
              </a:rPr>
              <a:t>https://calculate-cgpa-points.streamlit.app/</a:t>
            </a:r>
            <a:endParaRPr lang="en-US" dirty="0"/>
          </a:p>
          <a:p>
            <a:pPr marL="2743200" lvl="6" indent="0">
              <a:buNone/>
            </a:pPr>
            <a:r>
              <a:rPr lang="en-US" sz="1800" dirty="0"/>
              <a:t>				Done By</a:t>
            </a:r>
          </a:p>
          <a:p>
            <a:pPr marL="2743200" lvl="6" indent="0">
              <a:buNone/>
            </a:pPr>
            <a:r>
              <a:rPr lang="en-US" sz="1800" dirty="0"/>
              <a:t>					R. Harsha Nandini</a:t>
            </a:r>
          </a:p>
          <a:p>
            <a:pPr marL="2743200" lvl="6" indent="0">
              <a:buNone/>
            </a:pPr>
            <a:r>
              <a:rPr lang="en-US" sz="1800" dirty="0"/>
              <a:t>					Section-4</a:t>
            </a:r>
          </a:p>
          <a:p>
            <a:pPr marL="2743200" lvl="6" indent="0">
              <a:buNone/>
            </a:pPr>
            <a:r>
              <a:rPr lang="en-US" sz="1800" dirty="0"/>
              <a:t>					CDS/2025/1232</a:t>
            </a:r>
          </a:p>
          <a:p>
            <a:pPr marL="2743200" lvl="6" indent="0">
              <a:buNone/>
            </a:pPr>
            <a:r>
              <a:rPr lang="en-US" sz="1800" dirty="0"/>
              <a:t>					(NO CONTRIBUTORS)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23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8C32A8-E4D9-473C-833A-8950C6E7C09A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18BD99-41E9-467C-9777-74587F831718}">
  <ds:schemaRefs>
    <ds:schemaRef ds:uri="16c05727-aa75-4e4a-9b5f-8a80a1165891"/>
    <ds:schemaRef ds:uri="71af3243-3dd4-4a8d-8c0d-dd76da1f02a5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19</TotalTime>
  <Words>229</Words>
  <Application>Microsoft Office PowerPoint</Application>
  <PresentationFormat>Widescreen</PresentationFormat>
  <Paragraphs>49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Angsana New</vt:lpstr>
      <vt:lpstr>Aparajita</vt:lpstr>
      <vt:lpstr>Arial</vt:lpstr>
      <vt:lpstr>Calibri</vt:lpstr>
      <vt:lpstr>Tw Cen MT</vt:lpstr>
      <vt:lpstr>Circuit</vt:lpstr>
      <vt:lpstr>CGpa calculator</vt:lpstr>
      <vt:lpstr>Library Used in the code</vt:lpstr>
      <vt:lpstr>OVERVIEW:</vt:lpstr>
      <vt:lpstr>Marks_to_grade is the function that converts marks to grade</vt:lpstr>
      <vt:lpstr>Title, Subheader, button</vt:lpstr>
      <vt:lpstr>Logic used in the program</vt:lpstr>
      <vt:lpstr>output</vt:lpstr>
      <vt:lpstr>Learning Outcomes from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Nandini Raghupathi</dc:creator>
  <cp:lastModifiedBy>Harsha Nandini Raghupathi</cp:lastModifiedBy>
  <cp:revision>4</cp:revision>
  <dcterms:created xsi:type="dcterms:W3CDTF">2026-05-20T06:21:23Z</dcterms:created>
  <dcterms:modified xsi:type="dcterms:W3CDTF">2026-05-20T07:46:23Z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